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3232cd5c-2f8b-48ba-6514-319b851f287b}">
          <p14:sldIdLst>
            <p14:sldId id="256"/>
            <p14:sldId id="257"/>
            <p14:sldId id="258"/>
          </p14:sldIdLst>
        </p14:section>
        <p14:section name="準備" id="{2c8da26c-ac3f-8552-61b5-ce6e23cba0ed}">
          <p14:sldIdLst>
            <p14:sldId id="259"/>
            <p14:sldId id="260"/>
          </p14:sldIdLst>
        </p14:section>
        <p14:section name="毎日の使い方" id="{4294874f-304e-3e9d-9a17-22d2f0e67b45}">
          <p14:sldIdLst>
            <p14:sldId id="261"/>
            <p14:sldId id="262"/>
            <p14:sldId id="263"/>
          </p14:sldIdLst>
        </p14:section>
        <p14:section name="メールと印刷" id="{c1b52fd9-d561-a50b-53d4-f3bd93eac127}">
          <p14:sldIdLst>
            <p14:sldId id="264"/>
            <p14:sldId id="265"/>
            <p14:sldId id="266"/>
          </p14:sldIdLst>
        </p14:section>
        <p14:section name="まとめ" id="{df5fd815-48bd-ad01-72c4-e6e98859b5f4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提出物チェッカーの使い方を説明します。提出物を回収したその場で番号を押していくだけで、まだ出していない生徒の番号がすぐに分かるアプリです。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できることは大きく6つです。記録するのは「出したか、まだか」だけで、評価や点数を書く欄はありません。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られたURLを、学校のアカウントで開きます。初回だけ許可の画面が出るので「許可」を押してください。開けないときは、複数のアカウントでログインしていることが多いので、シークレットウィンドウを使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最初に、受け持つクラスを登録します。名前やメールアドレスは入れなくても使えます。入れるかどうかは学校のルールに合わせてください。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まずは今日集める提出物を一つだけ登録してみてください。必須なのは提出物名と対象クラスだけです。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一冊受け取って、一つ押す。これだけです。冊数が多いときはパソコンで「番号で入力」を使うと、マウスを動かさずに続けて入力できます。赤いマスは締切を過ぎた未提出です。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回収状況では、提出物とクラスごとの状況がカードで並びます。色で、今どこを見ればよいかが分かります。並べ替えや、全員提出のカードを隠すこともできます。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提出物ごとに表を見なくても、同じ生徒が出していないものが一か所にまとまります。一度の声かけで済みます。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メールを送るには、生徒のGoogleアカウントのメールアドレスを登録します。いちばん大事なのは、行の位置が出席番号になることです。欠番がある場合は、その行を空けてください。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情があって提出できない生徒には、チェックを外すか「今後も送らない」にしておけば、催促のメールは届きません。送信前に、送る相手と送らない人が番号で表示されるので、確かめてから送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クラスと内容を選んで「印刷」を押します。PDFにするときは、印刷画面の送信先で「PDFに保存」を選んでください。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よくある質問です。分からないことがあれば、アプリの中の「使い方」画面も見てください。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登録する、チェックする、残っている番号を見る。毎日の回収確認は、この流れだけです。まずは提出物を一つ登録して試してみてください。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提出物チェッカー 使い方ガイド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提出物チェッカー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使い方ガイド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出した子の番号を押すだけで、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まだ出していない子がすぐ分かる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303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校内の先生向け</a:t>
            </a:r>
            <a:endParaRPr lang="en-US" sz="1400" dirty="0"/>
          </a:p>
        </p:txBody>
      </p:sp>
      <p:sp>
        <p:nvSpPr>
          <p:cNvPr id="5" name="画面の枠-1"/>
          <p:cNvSpPr/>
          <p:nvPr/>
        </p:nvSpPr>
        <p:spPr>
          <a:xfrm>
            <a:off x="6784848" y="1389888"/>
            <a:ext cx="4992624" cy="2985945"/>
          </a:xfrm>
          <a:prstGeom prst="roundRect">
            <a:avLst>
              <a:gd name="adj" fmla="val 2450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2" descr="shots/statu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463040"/>
            <a:ext cx="4846320" cy="28396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このアプリでできること</a:t>
            </a:r>
            <a:endParaRPr lang="en-US" sz="3000" dirty="0"/>
          </a:p>
        </p:txBody>
      </p:sp>
      <p:sp>
        <p:nvSpPr>
          <p:cNvPr id="3" name="カード-3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の円-4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アイコン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回収したその場でチェック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番号と提出物が交わるマスを押すだけ</a:t>
            </a:r>
            <a:endParaRPr lang="en-US" sz="1400" dirty="0"/>
          </a:p>
        </p:txBody>
      </p:sp>
      <p:sp>
        <p:nvSpPr>
          <p:cNvPr id="8" name="カード-6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アイコンの円-7"/>
          <p:cNvSpPr/>
          <p:nvPr/>
        </p:nvSpPr>
        <p:spPr>
          <a:xfrm>
            <a:off x="457200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アイコン-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未提出がすぐ分かる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26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「3・7・12番」のように残りの番号を表示</a:t>
            </a:r>
            <a:endParaRPr lang="en-US" sz="1400" dirty="0"/>
          </a:p>
        </p:txBody>
      </p:sp>
      <p:sp>
        <p:nvSpPr>
          <p:cNvPr id="13" name="カード-9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アイコンの円-10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アイコン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8973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一人に、まとめて声かけ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26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未提出を生徒ごとにまとめてコピー</a:t>
            </a:r>
            <a:endParaRPr lang="en-US" sz="1400" dirty="0"/>
          </a:p>
        </p:txBody>
      </p:sp>
      <p:sp>
        <p:nvSpPr>
          <p:cNvPr id="18" name="カード-12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アイコンの円-13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アイコン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892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メールで一人ずつお知らせ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303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本人の未提出だけをGmailから送信</a:t>
            </a:r>
            <a:endParaRPr lang="en-US" sz="1400" dirty="0"/>
          </a:p>
        </p:txBody>
      </p:sp>
      <p:sp>
        <p:nvSpPr>
          <p:cNvPr id="23" name="カード-15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アイコンの円-16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アイコン-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27482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4892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紙でも使える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303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掲示用・個人配布用・白紙のチェック表</a:t>
            </a:r>
            <a:endParaRPr lang="en-US" sz="1400" dirty="0"/>
          </a:p>
        </p:txBody>
      </p:sp>
      <p:sp>
        <p:nvSpPr>
          <p:cNvPr id="28" name="カード-18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アイコンの円-19"/>
          <p:cNvSpPr/>
          <p:nvPr/>
        </p:nvSpPr>
        <p:spPr>
          <a:xfrm>
            <a:off x="8321040" y="4114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アイコン-2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27482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892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どの端末でも同じデータ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303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パソコン・iPad・Chromebookで共有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はじめに：URLを開いて「許可」を押すだけ</a:t>
            </a:r>
            <a:endParaRPr lang="en-US" sz="3000" dirty="0"/>
          </a:p>
        </p:txBody>
      </p:sp>
      <p:sp>
        <p:nvSpPr>
          <p:cNvPr id="3" name="番号-2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22"/>
          <p:cNvSpPr txBox="1"/>
          <p:nvPr/>
        </p:nvSpPr>
        <p:spPr>
          <a:xfrm>
            <a:off x="1188720" y="1481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学校のGoogleアカウントでログイン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パソコン・iPad・Chromebookのどれでも使えます</a:t>
            </a:r>
            <a:endParaRPr lang="en-US" sz="1700" dirty="0"/>
          </a:p>
        </p:txBody>
      </p:sp>
      <p:sp>
        <p:nvSpPr>
          <p:cNvPr id="6" name="番号-23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24"/>
          <p:cNvSpPr txBox="1"/>
          <p:nvPr/>
        </p:nvSpPr>
        <p:spPr>
          <a:xfrm>
            <a:off x="1188720" y="2624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配られたURLを開く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ブックマークしておくと便利です</a:t>
            </a:r>
            <a:endParaRPr lang="en-US" sz="1700" dirty="0"/>
          </a:p>
        </p:txBody>
      </p:sp>
      <p:sp>
        <p:nvSpPr>
          <p:cNvPr id="9" name="番号-25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26"/>
          <p:cNvSpPr txBox="1"/>
          <p:nvPr/>
        </p:nvSpPr>
        <p:spPr>
          <a:xfrm>
            <a:off x="1188720" y="3767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初回だけ出る画面で「許可」を押す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データ用のスプレッドシート作成とメール送信に使います</a:t>
            </a:r>
            <a:endParaRPr lang="en-US" sz="1700" dirty="0"/>
          </a:p>
        </p:txBody>
      </p:sp>
      <p:sp>
        <p:nvSpPr>
          <p:cNvPr id="12" name="番号-27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28"/>
          <p:cNvSpPr txBox="1"/>
          <p:nvPr/>
        </p:nvSpPr>
        <p:spPr>
          <a:xfrm>
            <a:off x="1188720" y="49103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「複数クラスで使う」を選ぶ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担任クラスだけなら「1クラスで使う」</a:t>
            </a:r>
            <a:endParaRPr lang="en-US" sz="1700" dirty="0"/>
          </a:p>
        </p:txBody>
      </p:sp>
      <p:sp>
        <p:nvSpPr>
          <p:cNvPr id="15" name="カード-29"/>
          <p:cNvSpPr/>
          <p:nvPr/>
        </p:nvSpPr>
        <p:spPr>
          <a:xfrm>
            <a:off x="6949440" y="1463040"/>
            <a:ext cx="4663440" cy="2286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アイコンの円-30"/>
          <p:cNvSpPr/>
          <p:nvPr/>
        </p:nvSpPr>
        <p:spPr>
          <a:xfrm>
            <a:off x="72237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アイコン-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828800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55280" y="1737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開けないときは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2331720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学校とプライベートなど、複数のGoogleアカウントでログインしていると開けないことがあります。シークレットウィンドウ（Ctrl+Shift+N）で、学校のアカウントだけでログインして開いてください。</a:t>
            </a:r>
            <a:endParaRPr lang="en-US" sz="1400" dirty="0"/>
          </a:p>
        </p:txBody>
      </p:sp>
      <p:sp>
        <p:nvSpPr>
          <p:cNvPr id="20" name="カード-32"/>
          <p:cNvSpPr/>
          <p:nvPr/>
        </p:nvSpPr>
        <p:spPr>
          <a:xfrm>
            <a:off x="6949440" y="3977640"/>
            <a:ext cx="4663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アイコンの円-33"/>
          <p:cNvSpPr/>
          <p:nvPr/>
        </p:nvSpPr>
        <p:spPr>
          <a:xfrm>
            <a:off x="722376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アイコン-3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43434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955280" y="4251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データは先生ごとに別々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7223760" y="48463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データは自分のGoogleドライブに保存されます。ほかの先生のデータは見えません。外部にも送信されません。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最初の準備：クラスを登録する</a:t>
            </a:r>
            <a:endParaRPr lang="en-US" sz="3000" dirty="0"/>
          </a:p>
        </p:txBody>
      </p:sp>
      <p:sp>
        <p:nvSpPr>
          <p:cNvPr id="3" name="番号-35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36"/>
          <p:cNvSpPr txBox="1"/>
          <p:nvPr/>
        </p:nvSpPr>
        <p:spPr>
          <a:xfrm>
            <a:off x="1188720" y="148132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「提出物」画面を開く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下にある「クラス設定」までスクロール</a:t>
            </a:r>
            <a:endParaRPr lang="en-US" sz="1700" dirty="0"/>
          </a:p>
        </p:txBody>
      </p:sp>
      <p:sp>
        <p:nvSpPr>
          <p:cNvPr id="6" name="番号-37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38"/>
          <p:cNvSpPr txBox="1"/>
          <p:nvPr/>
        </p:nvSpPr>
        <p:spPr>
          <a:xfrm>
            <a:off x="1188720" y="257860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クラス名と人数を入れる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最大10クラス、1クラス45人まで</a:t>
            </a:r>
            <a:endParaRPr lang="en-US" sz="1700" dirty="0"/>
          </a:p>
        </p:txBody>
      </p:sp>
      <p:sp>
        <p:nvSpPr>
          <p:cNvPr id="9" name="番号-39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40"/>
          <p:cNvSpPr txBox="1"/>
          <p:nvPr/>
        </p:nvSpPr>
        <p:spPr>
          <a:xfrm>
            <a:off x="1188720" y="367588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名前・メールは任意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出席番号だけでも全部の機能が使えます</a:t>
            </a:r>
            <a:endParaRPr lang="en-US" sz="1700" dirty="0"/>
          </a:p>
        </p:txBody>
      </p:sp>
      <p:sp>
        <p:nvSpPr>
          <p:cNvPr id="12" name="番号-41"/>
          <p:cNvSpPr/>
          <p:nvPr/>
        </p:nvSpPr>
        <p:spPr>
          <a:xfrm>
            <a:off x="548640" y="4846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42"/>
          <p:cNvSpPr txBox="1"/>
          <p:nvPr/>
        </p:nvSpPr>
        <p:spPr>
          <a:xfrm>
            <a:off x="1188720" y="477316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「クラス設定を保存」を押す</a:t>
            </a:r>
            <a:endParaRPr lang="en-US" sz="1700" dirty="0"/>
          </a:p>
        </p:txBody>
      </p:sp>
      <p:sp>
        <p:nvSpPr>
          <p:cNvPr id="15" name="画面の枠-43"/>
          <p:cNvSpPr/>
          <p:nvPr/>
        </p:nvSpPr>
        <p:spPr>
          <a:xfrm>
            <a:off x="4956048" y="1435608"/>
            <a:ext cx="6729984" cy="4284395"/>
          </a:xfrm>
          <a:prstGeom prst="roundRect">
            <a:avLst>
              <a:gd name="adj" fmla="val 1707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画面-44" descr="shots_n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508760"/>
            <a:ext cx="6583680" cy="41380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提出物を一つ登録してみる</a:t>
            </a:r>
            <a:endParaRPr lang="en-US" sz="3000" dirty="0"/>
          </a:p>
        </p:txBody>
      </p:sp>
      <p:sp>
        <p:nvSpPr>
          <p:cNvPr id="3" name="画面の枠-45"/>
          <p:cNvSpPr/>
          <p:nvPr/>
        </p:nvSpPr>
        <p:spPr>
          <a:xfrm>
            <a:off x="566928" y="1435608"/>
            <a:ext cx="6912864" cy="3641296"/>
          </a:xfrm>
          <a:prstGeom prst="roundRect">
            <a:avLst>
              <a:gd name="adj" fmla="val 2009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46" descr="shots_n/task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3494992"/>
          </a:xfrm>
          <a:prstGeom prst="rect">
            <a:avLst/>
          </a:prstGeom>
        </p:spPr>
      </p:pic>
      <p:sp>
        <p:nvSpPr>
          <p:cNvPr id="5" name="番号-47"/>
          <p:cNvSpPr/>
          <p:nvPr/>
        </p:nvSpPr>
        <p:spPr>
          <a:xfrm>
            <a:off x="78638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手順-48"/>
          <p:cNvSpPr txBox="1"/>
          <p:nvPr/>
        </p:nvSpPr>
        <p:spPr>
          <a:xfrm>
            <a:off x="8503920" y="1481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「＋ 追加」を押す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「提出物」画面の上にあります</a:t>
            </a:r>
            <a:endParaRPr lang="en-US" sz="1700" dirty="0"/>
          </a:p>
        </p:txBody>
      </p:sp>
      <p:sp>
        <p:nvSpPr>
          <p:cNvPr id="8" name="番号-49"/>
          <p:cNvSpPr/>
          <p:nvPr/>
        </p:nvSpPr>
        <p:spPr>
          <a:xfrm>
            <a:off x="78638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手順-50"/>
          <p:cNvSpPr txBox="1"/>
          <p:nvPr/>
        </p:nvSpPr>
        <p:spPr>
          <a:xfrm>
            <a:off x="8503920" y="2624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提出物名と対象クラスを選ぶ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名前は候補から選べます。クラスは複数選択できます</a:t>
            </a:r>
            <a:endParaRPr lang="en-US" sz="1700" dirty="0"/>
          </a:p>
        </p:txBody>
      </p:sp>
      <p:sp>
        <p:nvSpPr>
          <p:cNvPr id="11" name="番号-51"/>
          <p:cNvSpPr/>
          <p:nvPr/>
        </p:nvSpPr>
        <p:spPr>
          <a:xfrm>
            <a:off x="78638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手順-52"/>
          <p:cNvSpPr txBox="1"/>
          <p:nvPr/>
        </p:nvSpPr>
        <p:spPr>
          <a:xfrm>
            <a:off x="8503920" y="3767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伝えた日・締切（任意）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締切を入れると「今日締切」「締切超過」が分かります</a:t>
            </a:r>
            <a:endParaRPr lang="en-US" sz="1700" dirty="0"/>
          </a:p>
        </p:txBody>
      </p:sp>
      <p:sp>
        <p:nvSpPr>
          <p:cNvPr id="14" name="番号-53"/>
          <p:cNvSpPr/>
          <p:nvPr/>
        </p:nvSpPr>
        <p:spPr>
          <a:xfrm>
            <a:off x="78638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手順-54"/>
          <p:cNvSpPr txBox="1"/>
          <p:nvPr/>
        </p:nvSpPr>
        <p:spPr>
          <a:xfrm>
            <a:off x="8503920" y="4910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「追加する」を押す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チェック入力：出した子の番号を押す</a:t>
            </a:r>
            <a:endParaRPr lang="en-US" sz="3000" dirty="0"/>
          </a:p>
        </p:txBody>
      </p:sp>
      <p:sp>
        <p:nvSpPr>
          <p:cNvPr id="3" name="画面の枠-55"/>
          <p:cNvSpPr/>
          <p:nvPr/>
        </p:nvSpPr>
        <p:spPr>
          <a:xfrm>
            <a:off x="566928" y="1435608"/>
            <a:ext cx="5244998" cy="4809744"/>
          </a:xfrm>
          <a:prstGeom prst="roundRect">
            <a:avLst>
              <a:gd name="adj" fmla="val 1521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56" descr="shots/check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5098694" cy="4663440"/>
          </a:xfrm>
          <a:prstGeom prst="rect">
            <a:avLst/>
          </a:prstGeom>
        </p:spPr>
      </p:pic>
      <p:sp>
        <p:nvSpPr>
          <p:cNvPr id="5" name="カード-57"/>
          <p:cNvSpPr/>
          <p:nvPr/>
        </p:nvSpPr>
        <p:spPr>
          <a:xfrm>
            <a:off x="6287414" y="1463040"/>
            <a:ext cx="5325466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1734" y="1600200"/>
            <a:ext cx="477682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マスを押す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番号と提出物が交わるマスを押すと ✓。もう一度押すと外れます。</a:t>
            </a:r>
            <a:endParaRPr lang="en-US" sz="1700" dirty="0"/>
          </a:p>
        </p:txBody>
      </p:sp>
      <p:sp>
        <p:nvSpPr>
          <p:cNvPr id="7" name="カード-58"/>
          <p:cNvSpPr/>
          <p:nvPr/>
        </p:nvSpPr>
        <p:spPr>
          <a:xfrm>
            <a:off x="6287414" y="3063240"/>
            <a:ext cx="532546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61734" y="3200400"/>
            <a:ext cx="477682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番号で入力（冊数が多いとき）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提出物を選び、番号を入れて Enter。続けて次の番号を入力できます。残りの人数も表示されます。</a:t>
            </a:r>
            <a:endParaRPr lang="en-US" sz="1700" dirty="0"/>
          </a:p>
        </p:txBody>
      </p:sp>
      <p:sp>
        <p:nvSpPr>
          <p:cNvPr id="9" name="カード-59"/>
          <p:cNvSpPr/>
          <p:nvPr/>
        </p:nvSpPr>
        <p:spPr>
          <a:xfrm>
            <a:off x="6287414" y="4846320"/>
            <a:ext cx="5325466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61734" y="4983480"/>
            <a:ext cx="477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間違えたら「↶ 取り消し」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直前の操作を元に戻せます。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回収状況：どこを見ればよいかが分かる</a:t>
            </a:r>
            <a:endParaRPr lang="en-US" sz="3000" dirty="0"/>
          </a:p>
        </p:txBody>
      </p:sp>
      <p:sp>
        <p:nvSpPr>
          <p:cNvPr id="3" name="画面の枠-60"/>
          <p:cNvSpPr/>
          <p:nvPr/>
        </p:nvSpPr>
        <p:spPr>
          <a:xfrm>
            <a:off x="566928" y="1435608"/>
            <a:ext cx="7095744" cy="4218242"/>
          </a:xfrm>
          <a:prstGeom prst="roundRect">
            <a:avLst>
              <a:gd name="adj" fmla="val 1734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61" descr="shots/statu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949440" cy="40719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508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カードの色の意味</a:t>
            </a:r>
            <a:endParaRPr lang="en-US" sz="1700" dirty="0"/>
          </a:p>
        </p:txBody>
      </p:sp>
      <p:sp>
        <p:nvSpPr>
          <p:cNvPr id="6" name="色見本-62"/>
          <p:cNvSpPr/>
          <p:nvPr/>
        </p:nvSpPr>
        <p:spPr>
          <a:xfrm>
            <a:off x="8138160" y="210312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21031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回収中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829800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まだ集めている途中</a:t>
            </a:r>
            <a:endParaRPr lang="en-US" sz="1300" dirty="0"/>
          </a:p>
        </p:txBody>
      </p:sp>
      <p:sp>
        <p:nvSpPr>
          <p:cNvPr id="9" name="色見本-63"/>
          <p:cNvSpPr/>
          <p:nvPr/>
        </p:nvSpPr>
        <p:spPr>
          <a:xfrm>
            <a:off x="8138160" y="283464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2834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あと5人以下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829800" y="2834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もう少しで全員</a:t>
            </a:r>
            <a:endParaRPr lang="en-US" sz="1300" dirty="0"/>
          </a:p>
        </p:txBody>
      </p:sp>
      <p:sp>
        <p:nvSpPr>
          <p:cNvPr id="12" name="色見本-64"/>
          <p:cNvSpPr/>
          <p:nvPr/>
        </p:nvSpPr>
        <p:spPr>
          <a:xfrm>
            <a:off x="8138160" y="356616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3816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締切超過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82980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締切を過ぎても未提出がいる</a:t>
            </a:r>
            <a:endParaRPr lang="en-US" sz="1300" dirty="0"/>
          </a:p>
        </p:txBody>
      </p:sp>
      <p:sp>
        <p:nvSpPr>
          <p:cNvPr id="15" name="色見本-65"/>
          <p:cNvSpPr/>
          <p:nvPr/>
        </p:nvSpPr>
        <p:spPr>
          <a:xfrm>
            <a:off x="8138160" y="4297680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38160" y="4297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全員提出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829800" y="4297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回収完了</a:t>
            </a:r>
            <a:endParaRPr lang="en-US" sz="1300" dirty="0"/>
          </a:p>
        </p:txBody>
      </p:sp>
      <p:sp>
        <p:nvSpPr>
          <p:cNvPr id="18" name="カード-66"/>
          <p:cNvSpPr/>
          <p:nvPr/>
        </p:nvSpPr>
        <p:spPr>
          <a:xfrm>
            <a:off x="8138160" y="5074920"/>
            <a:ext cx="347472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5166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今日が締切の提出物は、いちばん上にまとまって表示されます。カードを押すとチェック入力へ。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声かけビュー：一人に、まとめて伝える</a:t>
            </a:r>
            <a:endParaRPr lang="en-US" sz="3000" dirty="0"/>
          </a:p>
        </p:txBody>
      </p:sp>
      <p:sp>
        <p:nvSpPr>
          <p:cNvPr id="3" name="画面の枠-67"/>
          <p:cNvSpPr/>
          <p:nvPr/>
        </p:nvSpPr>
        <p:spPr>
          <a:xfrm>
            <a:off x="566928" y="1435608"/>
            <a:ext cx="6729984" cy="3251813"/>
          </a:xfrm>
          <a:prstGeom prst="roundRect">
            <a:avLst>
              <a:gd name="adj" fmla="val 2250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68" descr="shots_n/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583680" cy="3105509"/>
          </a:xfrm>
          <a:prstGeom prst="rect">
            <a:avLst/>
          </a:prstGeom>
        </p:spPr>
      </p:pic>
      <p:sp>
        <p:nvSpPr>
          <p:cNvPr id="5" name="カード-69"/>
          <p:cNvSpPr/>
          <p:nvPr/>
        </p:nvSpPr>
        <p:spPr>
          <a:xfrm>
            <a:off x="7772400" y="1463040"/>
            <a:ext cx="38404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アイコンの円-70"/>
          <p:cNvSpPr/>
          <p:nvPr/>
        </p:nvSpPr>
        <p:spPr>
          <a:xfrm>
            <a:off x="804672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アイコン-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46720" y="23317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「9番さん、英作文と単語テスト直しを確認しよう」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0" y="35204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未提出を生徒ごとにまとめて表示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「コピー」でそのまま連絡に使える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2件以上重なる番号は「要注意リスト」に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51206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要注意リストは、理由を決めつけるためではなく、見落とさないための目印です。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メールで知らせる①：メールアドレスを登録する</a:t>
            </a:r>
            <a:endParaRPr lang="en-US" sz="3000" dirty="0"/>
          </a:p>
        </p:txBody>
      </p:sp>
      <p:sp>
        <p:nvSpPr>
          <p:cNvPr id="3" name="番号-7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手順-73"/>
          <p:cNvSpPr txBox="1"/>
          <p:nvPr/>
        </p:nvSpPr>
        <p:spPr>
          <a:xfrm>
            <a:off x="1188720" y="1481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「提出物」→「クラス設定」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「名前・メール」のボタンを押すと入力欄が開きます</a:t>
            </a:r>
            <a:endParaRPr lang="en-US" sz="1700" dirty="0"/>
          </a:p>
        </p:txBody>
      </p:sp>
      <p:sp>
        <p:nvSpPr>
          <p:cNvPr id="6" name="番号-74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手順-75"/>
          <p:cNvSpPr txBox="1"/>
          <p:nvPr/>
        </p:nvSpPr>
        <p:spPr>
          <a:xfrm>
            <a:off x="1188720" y="2624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1行に1人、出席番号の順に入れる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1行目が1番、2行目が2番…として扱われます</a:t>
            </a:r>
            <a:endParaRPr lang="en-US" sz="1700" dirty="0"/>
          </a:p>
        </p:txBody>
      </p:sp>
      <p:sp>
        <p:nvSpPr>
          <p:cNvPr id="9" name="番号-76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手順-77"/>
          <p:cNvSpPr txBox="1"/>
          <p:nvPr/>
        </p:nvSpPr>
        <p:spPr>
          <a:xfrm>
            <a:off x="1188720" y="3767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欠番やアドレスのない生徒は空行にする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行がずれないように注意</a:t>
            </a:r>
            <a:endParaRPr lang="en-US" sz="1700" dirty="0"/>
          </a:p>
        </p:txBody>
      </p:sp>
      <p:sp>
        <p:nvSpPr>
          <p:cNvPr id="12" name="番号-78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手順-79"/>
          <p:cNvSpPr txBox="1"/>
          <p:nvPr/>
        </p:nvSpPr>
        <p:spPr>
          <a:xfrm>
            <a:off x="1188720" y="4910328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「クラス設定を保存」を押す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ボタンが「メール○人」になれば登録完了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入力のしかた（どれでもOK）</a:t>
            </a:r>
            <a:endParaRPr lang="en-US" sz="1700" dirty="0"/>
          </a:p>
        </p:txBody>
      </p:sp>
      <p:sp>
        <p:nvSpPr>
          <p:cNvPr id="16" name="カード-80"/>
          <p:cNvSpPr/>
          <p:nvPr/>
        </p:nvSpPr>
        <p:spPr>
          <a:xfrm>
            <a:off x="6858000" y="2057400"/>
            <a:ext cx="47548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216712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名前とアドレス（間はスペース）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青木 太郎 aoki@○○.ed.jp</a:t>
            </a:r>
            <a:endParaRPr lang="en-US" sz="1300" dirty="0"/>
          </a:p>
        </p:txBody>
      </p:sp>
      <p:sp>
        <p:nvSpPr>
          <p:cNvPr id="18" name="カード-81"/>
          <p:cNvSpPr/>
          <p:nvPr/>
        </p:nvSpPr>
        <p:spPr>
          <a:xfrm>
            <a:off x="6858000" y="3383280"/>
            <a:ext cx="47548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349300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アドレスだけ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aoki@○○.ed.jp</a:t>
            </a:r>
            <a:endParaRPr lang="en-US" sz="1300" dirty="0"/>
          </a:p>
        </p:txBody>
      </p:sp>
      <p:sp>
        <p:nvSpPr>
          <p:cNvPr id="20" name="カード-82"/>
          <p:cNvSpPr/>
          <p:nvPr/>
        </p:nvSpPr>
        <p:spPr>
          <a:xfrm>
            <a:off x="6858000" y="4709160"/>
            <a:ext cx="47548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481888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Excelの「番号・氏名・メール」の列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コピーして、そのまま貼り付け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メールで知らせる②：送る相手を確かめて送信</a:t>
            </a:r>
            <a:endParaRPr lang="en-US" sz="3000" dirty="0"/>
          </a:p>
        </p:txBody>
      </p:sp>
      <p:sp>
        <p:nvSpPr>
          <p:cNvPr id="3" name="画面の枠-83"/>
          <p:cNvSpPr/>
          <p:nvPr/>
        </p:nvSpPr>
        <p:spPr>
          <a:xfrm>
            <a:off x="566928" y="1435608"/>
            <a:ext cx="5131090" cy="3438144"/>
          </a:xfrm>
          <a:prstGeom prst="roundRect">
            <a:avLst>
              <a:gd name="adj" fmla="val 2128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84" descr="shots_n/mail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984786" cy="3291840"/>
          </a:xfrm>
          <a:prstGeom prst="rect">
            <a:avLst/>
          </a:prstGeom>
        </p:spPr>
      </p:pic>
      <p:sp>
        <p:nvSpPr>
          <p:cNvPr id="5" name="画面の枠-85"/>
          <p:cNvSpPr/>
          <p:nvPr/>
        </p:nvSpPr>
        <p:spPr>
          <a:xfrm>
            <a:off x="566928" y="5047488"/>
            <a:ext cx="4955123" cy="1197864"/>
          </a:xfrm>
          <a:prstGeom prst="roundRect">
            <a:avLst>
              <a:gd name="adj" fmla="val 6107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86" descr="shots_n/mail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120640"/>
            <a:ext cx="4808819" cy="1051560"/>
          </a:xfrm>
          <a:prstGeom prst="rect">
            <a:avLst/>
          </a:prstGeom>
        </p:spPr>
      </p:pic>
      <p:sp>
        <p:nvSpPr>
          <p:cNvPr id="7" name="番号-87"/>
          <p:cNvSpPr/>
          <p:nvPr/>
        </p:nvSpPr>
        <p:spPr>
          <a:xfrm>
            <a:off x="78638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63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手順-88"/>
          <p:cNvSpPr txBox="1"/>
          <p:nvPr/>
        </p:nvSpPr>
        <p:spPr>
          <a:xfrm>
            <a:off x="8503920" y="1481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「声かけビュー」の「メールで知らせる」へ</a:t>
            </a:r>
            <a:endParaRPr lang="en-US" sz="1700" dirty="0"/>
          </a:p>
        </p:txBody>
      </p:sp>
      <p:sp>
        <p:nvSpPr>
          <p:cNvPr id="10" name="番号-89"/>
          <p:cNvSpPr/>
          <p:nvPr/>
        </p:nvSpPr>
        <p:spPr>
          <a:xfrm>
            <a:off x="7863840" y="2697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638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手順-90"/>
          <p:cNvSpPr txBox="1"/>
          <p:nvPr/>
        </p:nvSpPr>
        <p:spPr>
          <a:xfrm>
            <a:off x="8503920" y="2624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「文面を確認」で内容を見る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本人の未提出だけが書かれます</a:t>
            </a:r>
            <a:endParaRPr lang="en-US" sz="1700" dirty="0"/>
          </a:p>
        </p:txBody>
      </p:sp>
      <p:sp>
        <p:nvSpPr>
          <p:cNvPr id="13" name="番号-91"/>
          <p:cNvSpPr/>
          <p:nvPr/>
        </p:nvSpPr>
        <p:spPr>
          <a:xfrm>
            <a:off x="78638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手順-92"/>
          <p:cNvSpPr txBox="1"/>
          <p:nvPr/>
        </p:nvSpPr>
        <p:spPr>
          <a:xfrm>
            <a:off x="8503920" y="3767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送りたくない生徒を外す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チェックを外す：今回だけ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「今後も送らない」：ずっと</a:t>
            </a:r>
            <a:endParaRPr lang="en-US" sz="1700" dirty="0"/>
          </a:p>
        </p:txBody>
      </p:sp>
      <p:sp>
        <p:nvSpPr>
          <p:cNvPr id="16" name="番号-93"/>
          <p:cNvSpPr/>
          <p:nvPr/>
        </p:nvSpPr>
        <p:spPr>
          <a:xfrm>
            <a:off x="7863840" y="4983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8638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手順-94"/>
          <p:cNvSpPr txBox="1"/>
          <p:nvPr/>
        </p:nvSpPr>
        <p:spPr>
          <a:xfrm>
            <a:off x="8503920" y="491032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「メールを送る」で送信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確認画面で送る相手を確かめてから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印刷プレビュー：掲示用・配布用の用紙を作る</a:t>
            </a:r>
            <a:endParaRPr lang="en-US" sz="3000" dirty="0"/>
          </a:p>
        </p:txBody>
      </p:sp>
      <p:sp>
        <p:nvSpPr>
          <p:cNvPr id="3" name="画面の枠-95"/>
          <p:cNvSpPr/>
          <p:nvPr/>
        </p:nvSpPr>
        <p:spPr>
          <a:xfrm>
            <a:off x="658368" y="1435608"/>
            <a:ext cx="3378867" cy="4718304"/>
          </a:xfrm>
          <a:prstGeom prst="roundRect">
            <a:avLst>
              <a:gd name="adj" fmla="val 2165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画面-96" descr="shots/class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232563" cy="4572000"/>
          </a:xfrm>
          <a:prstGeom prst="rect">
            <a:avLst/>
          </a:prstGeom>
        </p:spPr>
      </p:pic>
      <p:sp>
        <p:nvSpPr>
          <p:cNvPr id="5" name="画面の枠-97"/>
          <p:cNvSpPr/>
          <p:nvPr/>
        </p:nvSpPr>
        <p:spPr>
          <a:xfrm>
            <a:off x="4348131" y="1435608"/>
            <a:ext cx="4352544" cy="1484653"/>
          </a:xfrm>
          <a:prstGeom prst="roundRect">
            <a:avLst>
              <a:gd name="adj" fmla="val 4927"/>
            </a:avLst>
          </a:prstGeom>
          <a:solidFill>
            <a:schemeClr val="bg1"/>
          </a:solidFill>
          <a:ln w="12700">
            <a:solidFill>
              <a:srgbClr val="D9E2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画面-98" descr="shots/sl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83" y="1508760"/>
            <a:ext cx="4206240" cy="1338349"/>
          </a:xfrm>
          <a:prstGeom prst="rect">
            <a:avLst/>
          </a:prstGeom>
        </p:spPr>
      </p:pic>
      <p:sp>
        <p:nvSpPr>
          <p:cNvPr id="7" name="番号-99"/>
          <p:cNvSpPr/>
          <p:nvPr/>
        </p:nvSpPr>
        <p:spPr>
          <a:xfrm>
            <a:off x="4421283" y="31089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421283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015643" y="3063240"/>
            <a:ext cx="65972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クラス別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提出状況の一覧。掲示する場合は氏名を表示しない設定がおすすめ</a:t>
            </a:r>
            <a:endParaRPr lang="en-US" sz="1600" dirty="0"/>
          </a:p>
        </p:txBody>
      </p:sp>
      <p:sp>
        <p:nvSpPr>
          <p:cNvPr id="10" name="番号-100"/>
          <p:cNvSpPr/>
          <p:nvPr/>
        </p:nvSpPr>
        <p:spPr>
          <a:xfrm>
            <a:off x="4421283" y="413308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1283" y="41330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015643" y="4087368"/>
            <a:ext cx="65972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個人別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本人の未提出だけをまとめた用紙。A4に4人分、切って渡せます</a:t>
            </a:r>
            <a:endParaRPr lang="en-US" sz="1600" dirty="0"/>
          </a:p>
        </p:txBody>
      </p:sp>
      <p:sp>
        <p:nvSpPr>
          <p:cNvPr id="13" name="番号-101"/>
          <p:cNvSpPr/>
          <p:nvPr/>
        </p:nvSpPr>
        <p:spPr>
          <a:xfrm>
            <a:off x="4421283" y="515721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421283" y="5157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015643" y="5111496"/>
            <a:ext cx="65972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白紙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手書きで確認するためのチェック表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よくある質問</a:t>
            </a:r>
            <a:endParaRPr lang="en-US" sz="3000" dirty="0"/>
          </a:p>
        </p:txBody>
      </p:sp>
      <p:sp>
        <p:nvSpPr>
          <p:cNvPr id="3" name="カード-102"/>
          <p:cNvSpPr/>
          <p:nvPr/>
        </p:nvSpPr>
        <p:spPr>
          <a:xfrm>
            <a:off x="548640" y="1463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の円-103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アイコン-10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別の端末でも使える？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同じGoogleアカウントなら、どの端末でも同じデータです。ほかの端末の入力は右上の「↻ 最新に更新」で読み込めます。</a:t>
            </a:r>
            <a:endParaRPr lang="en-US" sz="1400" dirty="0"/>
          </a:p>
        </p:txBody>
      </p:sp>
      <p:sp>
        <p:nvSpPr>
          <p:cNvPr id="8" name="カード-105"/>
          <p:cNvSpPr/>
          <p:nvPr/>
        </p:nvSpPr>
        <p:spPr>
          <a:xfrm>
            <a:off x="6172200" y="1463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アイコンの円-106"/>
          <p:cNvSpPr/>
          <p:nvPr/>
        </p:nvSpPr>
        <p:spPr>
          <a:xfrm>
            <a:off x="644652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アイコン-1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783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ほかの先生にデータは見える？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42316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見えません。データは先生ごとに、自分のGoogleドライブに保存されます。</a:t>
            </a:r>
            <a:endParaRPr lang="en-US" sz="1400" dirty="0"/>
          </a:p>
        </p:txBody>
      </p:sp>
      <p:sp>
        <p:nvSpPr>
          <p:cNvPr id="13" name="カード-108"/>
          <p:cNvSpPr/>
          <p:nvPr/>
        </p:nvSpPr>
        <p:spPr>
          <a:xfrm>
            <a:off x="548640" y="384048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アイコンの円-109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アイコン-1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4160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生徒の名前は必要？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不要です。出席番号だけでチェック・声かけ・印刷まで使えます。入れるかどうかは学校のルールに合わせてください。</a:t>
            </a:r>
            <a:endParaRPr lang="en-US" sz="1400" dirty="0"/>
          </a:p>
        </p:txBody>
      </p:sp>
      <p:sp>
        <p:nvSpPr>
          <p:cNvPr id="18" name="カード-111"/>
          <p:cNvSpPr/>
          <p:nvPr/>
        </p:nvSpPr>
        <p:spPr>
          <a:xfrm>
            <a:off x="6172200" y="384048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アイコンの円-112"/>
          <p:cNvSpPr/>
          <p:nvPr/>
        </p:nvSpPr>
        <p:spPr>
          <a:xfrm>
            <a:off x="6446520" y="4114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アイコン-1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2519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4160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データはどこにある？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8006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「提出物」→「データ」の「データのスプレッドシートを開く」で確認できます。使用中のアカウントも表示されます。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まずは提出物を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一つ登録してみましょう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一冊受け取って、一つ押す。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残った番号がすぐ見えます。</a:t>
            </a:r>
            <a:endParaRPr lang="en-US" sz="1800" dirty="0"/>
          </a:p>
        </p:txBody>
      </p:sp>
      <p:sp>
        <p:nvSpPr>
          <p:cNvPr id="4" name="アイコンの円-114"/>
          <p:cNvSpPr/>
          <p:nvPr/>
        </p:nvSpPr>
        <p:spPr>
          <a:xfrm>
            <a:off x="7498080" y="14630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アイコン-1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916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0" y="1463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登録する</a:t>
            </a:r>
            <a:endParaRPr lang="en-US" sz="2400" dirty="0"/>
          </a:p>
        </p:txBody>
      </p:sp>
      <p:sp>
        <p:nvSpPr>
          <p:cNvPr id="7" name="アイコンの円-116"/>
          <p:cNvSpPr/>
          <p:nvPr/>
        </p:nvSpPr>
        <p:spPr>
          <a:xfrm>
            <a:off x="7498080" y="28346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アイコン-1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0632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チェックする</a:t>
            </a:r>
            <a:endParaRPr lang="en-US" sz="2400" dirty="0"/>
          </a:p>
        </p:txBody>
      </p:sp>
      <p:sp>
        <p:nvSpPr>
          <p:cNvPr id="10" name="アイコンの円-118"/>
          <p:cNvSpPr/>
          <p:nvPr/>
        </p:nvSpPr>
        <p:spPr>
          <a:xfrm>
            <a:off x="7498080" y="42062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アイコン-1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44348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0" y="42062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残りを見る</a:t>
            </a:r>
            <a:endParaRPr lang="en-US" sz="24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困ったときは、URLを配布した先生に声をかけてください。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提出物チェッカー">
  <a:themeElements>
    <a:clrScheme name="提出物チェッカー">
      <a:dk1>
        <a:srgbClr val="1F2937"/>
      </a:dk1>
      <a:lt1>
        <a:srgbClr val="FFFFFF"/>
      </a:lt1>
      <a:dk2>
        <a:srgbClr val="134E4A"/>
      </a:dk2>
      <a:lt2>
        <a:srgbClr val="ECF5F3"/>
      </a:lt2>
      <a:accent1>
        <a:srgbClr val="0F766E"/>
      </a:accent1>
      <a:accent2>
        <a:srgbClr val="D97706"/>
      </a:accent2>
      <a:accent3>
        <a:srgbClr val="2563EB"/>
      </a:accent3>
      <a:accent4>
        <a:srgbClr val="C62828"/>
      </a:accent4>
      <a:accent5>
        <a:srgbClr val="15803D"/>
      </a:accent5>
      <a:accent6>
        <a:srgbClr val="64748B"/>
      </a:accent6>
      <a:hlink>
        <a:srgbClr val="0F766E"/>
      </a:hlink>
      <a:folHlink>
        <a:srgbClr val="134E4A"/>
      </a:folHlink>
    </a:clrScheme>
    <a:fontScheme name="提出物チェッカー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提出物チェッカー 使い方ガイド</dc:title>
  <dc:subject>PptxGenJS Presentation</dc:subject>
  <dc:creator>提出物チェッカー</dc:creator>
  <cp:lastModifiedBy>提出物チェッカー</cp:lastModifiedBy>
  <cp:revision>1</cp:revision>
  <dcterms:created xsi:type="dcterms:W3CDTF">2026-10-22T10:34:21Z</dcterms:created>
  <dcterms:modified xsi:type="dcterms:W3CDTF">2026-10-22T10:34:21Z</dcterms:modified>
</cp:coreProperties>
</file>